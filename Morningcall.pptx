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1" r:id="rId4"/>
  </p:sldIdLst>
  <p:sldSz cx="7556500" cy="10693400"/>
  <p:notesSz cx="6858000" cy="9144000"/>
  <p:embeddedFontLst>
    <p:embeddedFont>
      <p:font typeface="Futura" panose="020B0604020202020204" charset="0"/>
      <p:regular r:id="rId5"/>
    </p:embeddedFont>
    <p:embeddedFont>
      <p:font typeface="Futura Medium" panose="020B0604020202020204" charset="0"/>
      <p:regular r:id="rId6"/>
    </p:embeddedFont>
    <p:embeddedFont>
      <p:font typeface="Futura Ultra-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C139C-A40C-83C6-C898-3EBEA25C0AFA}" v="17" dt="2026-05-04T20:23:34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ikosmfo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53482" y="-502631"/>
            <a:ext cx="1533360" cy="15333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389661" y="756000"/>
            <a:ext cx="2675950" cy="1815897"/>
            <a:chOff x="0" y="0"/>
            <a:chExt cx="6214394" cy="42170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4394" cy="4217081"/>
            </a:xfrm>
            <a:custGeom>
              <a:avLst/>
              <a:gdLst/>
              <a:ahLst/>
              <a:cxnLst/>
              <a:rect l="l" t="t" r="r" b="b"/>
              <a:pathLst>
                <a:path w="6214394" h="4217081">
                  <a:moveTo>
                    <a:pt x="6089934" y="4217081"/>
                  </a:moveTo>
                  <a:lnTo>
                    <a:pt x="124460" y="4217081"/>
                  </a:lnTo>
                  <a:cubicBezTo>
                    <a:pt x="55880" y="4217081"/>
                    <a:pt x="0" y="4161201"/>
                    <a:pt x="0" y="409262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89934" y="0"/>
                  </a:lnTo>
                  <a:cubicBezTo>
                    <a:pt x="6158514" y="0"/>
                    <a:pt x="6214394" y="55880"/>
                    <a:pt x="6214394" y="124460"/>
                  </a:cubicBezTo>
                  <a:lnTo>
                    <a:pt x="6214394" y="4092621"/>
                  </a:lnTo>
                  <a:cubicBezTo>
                    <a:pt x="6214394" y="4161201"/>
                    <a:pt x="6158514" y="4217081"/>
                    <a:pt x="6089934" y="4217081"/>
                  </a:cubicBezTo>
                  <a:close/>
                </a:path>
              </a:pathLst>
            </a:custGeom>
            <a:solidFill>
              <a:srgbClr val="C8A046"/>
            </a:solidFill>
          </p:spPr>
        </p:sp>
      </p:grpSp>
      <p:sp>
        <p:nvSpPr>
          <p:cNvPr id="7" name="Freeform 7"/>
          <p:cNvSpPr/>
          <p:nvPr/>
        </p:nvSpPr>
        <p:spPr>
          <a:xfrm flipH="1">
            <a:off x="2799656" y="3575571"/>
            <a:ext cx="6541288" cy="8625874"/>
          </a:xfrm>
          <a:custGeom>
            <a:avLst/>
            <a:gdLst/>
            <a:ahLst/>
            <a:cxnLst/>
            <a:rect l="l" t="t" r="r" b="b"/>
            <a:pathLst>
              <a:path w="6541288" h="8625874">
                <a:moveTo>
                  <a:pt x="6541288" y="0"/>
                </a:moveTo>
                <a:lnTo>
                  <a:pt x="0" y="0"/>
                </a:lnTo>
                <a:lnTo>
                  <a:pt x="0" y="8625874"/>
                </a:lnTo>
                <a:lnTo>
                  <a:pt x="6541288" y="8625874"/>
                </a:lnTo>
                <a:lnTo>
                  <a:pt x="654128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932833" y="5564822"/>
            <a:ext cx="8124456" cy="81244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87188" y="10436015"/>
            <a:ext cx="1816812" cy="872320"/>
            <a:chOff x="0" y="0"/>
            <a:chExt cx="4219205" cy="2025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19206" cy="2025801"/>
            </a:xfrm>
            <a:custGeom>
              <a:avLst/>
              <a:gdLst/>
              <a:ahLst/>
              <a:cxnLst/>
              <a:rect l="l" t="t" r="r" b="b"/>
              <a:pathLst>
                <a:path w="4219206" h="2025801">
                  <a:moveTo>
                    <a:pt x="4094745" y="2025801"/>
                  </a:moveTo>
                  <a:lnTo>
                    <a:pt x="124460" y="2025801"/>
                  </a:lnTo>
                  <a:cubicBezTo>
                    <a:pt x="55880" y="2025801"/>
                    <a:pt x="0" y="1969921"/>
                    <a:pt x="0" y="19013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94745" y="0"/>
                  </a:lnTo>
                  <a:cubicBezTo>
                    <a:pt x="4163325" y="0"/>
                    <a:pt x="4219206" y="55880"/>
                    <a:pt x="4219206" y="124460"/>
                  </a:cubicBezTo>
                  <a:lnTo>
                    <a:pt x="4219206" y="1901341"/>
                  </a:lnTo>
                  <a:cubicBezTo>
                    <a:pt x="4219206" y="1969921"/>
                    <a:pt x="4163325" y="2025801"/>
                    <a:pt x="4094745" y="2025801"/>
                  </a:cubicBezTo>
                  <a:close/>
                </a:path>
              </a:pathLst>
            </a:custGeom>
            <a:solidFill>
              <a:srgbClr val="C8A046"/>
            </a:solidFill>
          </p:spPr>
        </p:sp>
      </p:grpSp>
      <p:sp>
        <p:nvSpPr>
          <p:cNvPr id="13" name="AutoShape 13"/>
          <p:cNvSpPr/>
          <p:nvPr/>
        </p:nvSpPr>
        <p:spPr>
          <a:xfrm flipV="1">
            <a:off x="756000" y="5144401"/>
            <a:ext cx="6804000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5289034" y="8491487"/>
            <a:ext cx="1213121" cy="1444513"/>
          </a:xfrm>
          <a:custGeom>
            <a:avLst/>
            <a:gdLst/>
            <a:ahLst/>
            <a:cxnLst/>
            <a:rect l="l" t="t" r="r" b="b"/>
            <a:pathLst>
              <a:path w="1213121" h="1444513">
                <a:moveTo>
                  <a:pt x="0" y="0"/>
                </a:moveTo>
                <a:lnTo>
                  <a:pt x="1213121" y="0"/>
                </a:lnTo>
                <a:lnTo>
                  <a:pt x="1213121" y="1444513"/>
                </a:lnTo>
                <a:lnTo>
                  <a:pt x="0" y="1444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54754" y="4044711"/>
            <a:ext cx="4579237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4400" b="1">
                <a:solidFill>
                  <a:srgbClr val="FFFFFF"/>
                </a:solidFill>
                <a:latin typeface="Futura Ultra-Bold"/>
                <a:ea typeface="Futura Ultra-Bold"/>
                <a:cs typeface="Futura Ultra-Bold"/>
                <a:sym typeface="Futura Ultra-Bold"/>
              </a:rPr>
              <a:t>MORNING CALL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5970" y="647690"/>
            <a:ext cx="6048030" cy="0"/>
          </a:xfrm>
          <a:prstGeom prst="line">
            <a:avLst/>
          </a:prstGeom>
          <a:ln w="9525" cap="rnd">
            <a:solidFill>
              <a:srgbClr val="00283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6637845" y="9724958"/>
            <a:ext cx="332311" cy="422084"/>
          </a:xfrm>
          <a:custGeom>
            <a:avLst/>
            <a:gdLst/>
            <a:ahLst/>
            <a:cxnLst/>
            <a:rect l="l" t="t" r="r" b="b"/>
            <a:pathLst>
              <a:path w="332311" h="422084">
                <a:moveTo>
                  <a:pt x="0" y="0"/>
                </a:moveTo>
                <a:lnTo>
                  <a:pt x="332310" y="0"/>
                </a:lnTo>
                <a:lnTo>
                  <a:pt x="332310" y="422084"/>
                </a:lnTo>
                <a:lnTo>
                  <a:pt x="0" y="422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r="-239020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18320" y="-2237473"/>
            <a:ext cx="6541288" cy="8625874"/>
          </a:xfrm>
          <a:custGeom>
            <a:avLst/>
            <a:gdLst/>
            <a:ahLst/>
            <a:cxnLst/>
            <a:rect l="l" t="t" r="r" b="b"/>
            <a:pathLst>
              <a:path w="6541288" h="8625874">
                <a:moveTo>
                  <a:pt x="0" y="0"/>
                </a:moveTo>
                <a:lnTo>
                  <a:pt x="6541288" y="0"/>
                </a:lnTo>
                <a:lnTo>
                  <a:pt x="6541288" y="8625874"/>
                </a:lnTo>
                <a:lnTo>
                  <a:pt x="0" y="8625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043739" y="-3425707"/>
            <a:ext cx="8124456" cy="81244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8824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9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28000" y="8120103"/>
            <a:ext cx="2675950" cy="1815897"/>
            <a:chOff x="0" y="0"/>
            <a:chExt cx="6214394" cy="42170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14394" cy="4217081"/>
            </a:xfrm>
            <a:custGeom>
              <a:avLst/>
              <a:gdLst/>
              <a:ahLst/>
              <a:cxnLst/>
              <a:rect l="l" t="t" r="r" b="b"/>
              <a:pathLst>
                <a:path w="6214394" h="4217081">
                  <a:moveTo>
                    <a:pt x="6089934" y="4217081"/>
                  </a:moveTo>
                  <a:lnTo>
                    <a:pt x="124460" y="4217081"/>
                  </a:lnTo>
                  <a:cubicBezTo>
                    <a:pt x="55880" y="4217081"/>
                    <a:pt x="0" y="4161201"/>
                    <a:pt x="0" y="409262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89934" y="0"/>
                  </a:lnTo>
                  <a:cubicBezTo>
                    <a:pt x="6158514" y="0"/>
                    <a:pt x="6214394" y="55880"/>
                    <a:pt x="6214394" y="124460"/>
                  </a:cubicBezTo>
                  <a:lnTo>
                    <a:pt x="6214394" y="4092621"/>
                  </a:lnTo>
                  <a:cubicBezTo>
                    <a:pt x="6214394" y="4161201"/>
                    <a:pt x="6158514" y="4217081"/>
                    <a:pt x="6089934" y="4217081"/>
                  </a:cubicBezTo>
                  <a:close/>
                </a:path>
              </a:pathLst>
            </a:custGeom>
            <a:solidFill>
              <a:srgbClr val="C8A046"/>
            </a:solidFill>
          </p:spPr>
        </p:sp>
      </p:grpSp>
      <p:sp>
        <p:nvSpPr>
          <p:cNvPr id="8" name="AutoShape 8"/>
          <p:cNvSpPr/>
          <p:nvPr/>
        </p:nvSpPr>
        <p:spPr>
          <a:xfrm flipH="1" flipV="1">
            <a:off x="756000" y="9201814"/>
            <a:ext cx="4763" cy="734213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997097" y="9106564"/>
            <a:ext cx="3024000" cy="27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84"/>
              </a:lnSpc>
            </a:pPr>
            <a:r>
              <a:rPr lang="en-US" sz="1200" b="1" u="sng">
                <a:solidFill>
                  <a:srgbClr val="FFFFFF"/>
                </a:solidFill>
                <a:latin typeface="Futura Medium"/>
                <a:ea typeface="Futura Medium"/>
                <a:cs typeface="Futura Medium"/>
                <a:sym typeface="Futura Medium"/>
                <a:hlinkClick r:id="rId3" tooltip="https://oikosmfo.com"/>
              </a:rPr>
              <a:t>www.oikosm</a:t>
            </a:r>
            <a:r>
              <a:rPr lang="en-US" sz="1200" u="sng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  <a:hlinkClick r:id="rId3" tooltip="https://oikosmfo.com"/>
              </a:rPr>
              <a:t>fo.com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000" y="8101053"/>
            <a:ext cx="2783068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0"/>
              </a:lnSpc>
            </a:pPr>
            <a:r>
              <a:rPr lang="en-US" sz="3000" b="1">
                <a:solidFill>
                  <a:srgbClr val="FFFFFF"/>
                </a:solidFill>
                <a:latin typeface="Futura Medium"/>
                <a:ea typeface="Futura Medium"/>
                <a:cs typeface="Futura Medium"/>
                <a:sym typeface="Futura Medium"/>
              </a:rPr>
              <a:t>Entre em contato conosco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Morningcall</dc:title>
  <cp:revision>12</cp:revision>
  <dcterms:created xsi:type="dcterms:W3CDTF">2006-08-16T00:00:00Z</dcterms:created>
  <dcterms:modified xsi:type="dcterms:W3CDTF">2026-05-04T20:28:20Z</dcterms:modified>
  <dc:identifier>DAHItmiIGRs</dc:identifier>
</cp:coreProperties>
</file>